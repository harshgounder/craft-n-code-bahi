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41F18"/>
                </a:solidFill>
              </a:defRPr>
            </a:pPr>
            <a:r>
              <a:t>BAHI: the witnessed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3A2F"/>
                </a:solidFill>
              </a:defRPr>
            </a:pPr>
            <a:r>
              <a:t>When the person who writes the books is the only proof, the books can lie.\nOffline member receipts make the books verifiable by the member who holds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The ledger runs the savings of 10 crore women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144.22 lakh savings-linked SHG accounts (NABARD, 31 Mar 2024)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94.16 lakh SHGs, 10.03 crore members digitized under DAY-NRLM (PIB, 4 Jul 2026)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Rs 11,07,479.60 crore cumulative bank credit linked; Rs 2,99,833.35 crore outstanding; NPA 1.76% (PIB, 8 Aug 2025)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Most groups still run on handwritten registers.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Every rupee is recorded by one person: the secretary.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Members get no evidence back. The book is the only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47C"/>
                </a:solidFill>
              </a:defRPr>
            </a:pPr>
            <a:r>
              <a:t>Sources: NABARD 31 Mar 2024; PIB PRID=2280986; PIB PRID=2154244 (8 Aug 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The failure is documented, repeated, 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1F18"/>
                </a:solidFill>
              </a:defRPr>
            </a:pPr>
            <a:r>
              <a:t>Rs 107.94 crore deficiencies across 186 block federations (Tamil Nadu special audit, 18 Aug 2026): manipulated bills, unsupported payments, transfers to officials and relatives</a:t>
            </a:r>
          </a:p>
          <a:p>
            <a:pPr>
              <a:spcAft>
                <a:spcPts val="600"/>
              </a:spcAft>
              <a:defRPr sz="1500">
                <a:solidFill>
                  <a:srgbClr val="241F18"/>
                </a:solidFill>
              </a:defRPr>
            </a:pPr>
            <a:r>
              <a:t>Rs 3.38 crore loss, 4 convicted (CBI special court, June 2025): Indian Overseas Bank, forged SHG minutes, reused identities, no field verification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2010 Andhra Pradesh: collection abuse cases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Karnataka 2025: law bans coercive collection from SHG borrowers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Detection happens months later, when the corpus is already gone.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47C"/>
                </a:solidFill>
              </a:defRPr>
            </a:pPr>
            <a:r>
              <a:t>Sources: war1/v6-bahi-scams (IOB Rs 3.38 cr) + v5-ps-18 (TN audit); both grade B: audit findings, not final adjudications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Every existing product trusts its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1F18"/>
                </a:solidFill>
              </a:defRPr>
            </a:pPr>
            <a:r>
              <a:t>LokOS (gov): records everything, 94.16L SHGs digitized. The MEMBER can still verify nothing. The server is the new secretary.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DreamSave (free): offline records, but the app's database is the truth.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Chomoka (80K users, 5 countries), Ensibuuko (7,500 digital savings groups, CARE partnership): same trust model.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3 of 3 visible negative LokOS reviews: crashes, slow servers, lost data.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The gap: NOBODY ships offline member-held quorum-witnessed fork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47C"/>
                </a:solidFill>
              </a:defRPr>
            </a:pPr>
            <a:r>
              <a:t>Sources: v5-ps-18 report; Google Play reviews coding, 22 Aug 2026 (ESTIMATE)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BAHI: the member's receipt is the truth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Local SHA-256 event chain: edit any past event and every later hash breaks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Meeting close: 2+ witnesses sign the root (quorum)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Every member receives a receipt: root + meeting + her name + witness signatures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Verify OFFLINE, ANYTIME: MATCH or FORK-AT-EVENT-n (named divergence)</a:t>
            </a:r>
          </a:p>
          <a:p>
            <a:pPr>
              <a:spcAft>
                <a:spcPts val="600"/>
              </a:spcAft>
              <a:defRPr sz="1500">
                <a:solidFill>
                  <a:srgbClr val="241F18"/>
                </a:solidFill>
              </a:defRPr>
            </a:pPr>
            <a:r>
              <a:t>Receipt gossip (ROADMAP, from Certificate Transparency research): receipts exchanged and compared even if the bookkeeper's device is compromised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The person who records the money is no longer the only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Watch a fork happen live (90 seconds)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1. Sita deposits Rs 100 - 4 icons + on-screen repeat-back + green tick (10s)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2. Meeting closes, 2 witnesses sign, receipt shown on screen, QR-ready (10s)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3. ATTACK: secretary edits Rs 100 to Rs 10 (5s)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4. Member receipt vs chain: FORK AT EVENT 7, red screen (5s)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5. Auditor view: fork report + hint flags + JSON/CSV export (15s)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6. Honest redo: MATCH green (15s)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Zero network. Deterministic. Runs on any laptop or Rs 10k 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AI where it helps, math where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1F18"/>
                </a:solidFill>
              </a:defRPr>
            </a:pPr>
            <a:r>
              <a:t>Voice entry: Vosk Hindi 42 MB, 20.89% WER (IITM) on-device prototype; pre-recorded repeat-back is the deterministic base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Whisper tiny/base rejected for Indic (FLEURS WER ~100%); IndicWhisper 13.6% = roadmap, unproven on phones</a:t>
            </a:r>
          </a:p>
          <a:p>
            <a:pPr>
              <a:spcAft>
                <a:spcPts val="600"/>
              </a:spcAft>
              <a:defRPr sz="1500">
                <a:solidFill>
                  <a:srgbClr val="241F18"/>
                </a:solidFill>
              </a:defRPr>
            </a:pPr>
            <a:r>
              <a:t>Audit hints (rules-first, deterministic): arithmetic mismatch, duplicate member identity, reversal bursts, concentrated lending, missing witness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MATCH/FORK is always SHA-256 math. AI proposes; code decides.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Verdicts never come from a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47C"/>
                </a:solidFill>
              </a:defRPr>
            </a:pPr>
            <a:r>
              <a:t>Sources: war1/v6-bahi-ai-voice report; Vosk IITM WER published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The rail exists: DAY-NRLM digitizes 94.16L groups, LokOS 1M+ downloads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The scar is fresh: TN special audit Aug 2026, IOB convictions Jun 2025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DPDP Act 2023: consent is now a legal requirement, not a feature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UPI/AA proved India adopts trust infrastructure fast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10 crore members, one unshipped artifact: member-held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12 hours, one artifact, honest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Pure Python 3 stdlib: chain, witness, receipt, verifier, audit export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9/9 integrity tests: 1 honest + 7 attack scenarios + 1 determinism, all pass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Exporter: JSON + CSV audit view with deterministic hint flags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We detect edits AFTER witnessing. We do not claim fraud prevention.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Not a LokOS replacement. BAHI verifies; integrations come later.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Roadmap: receipt gossip, asymmetric witness keys, federation analytics, Vosk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47C"/>
                </a:solidFill>
              </a:defRPr>
            </a:pPr>
            <a:r>
              <a:t>repo: github.com/harshgounder/craft-n-code-bahi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1F18"/>
                </a:solidFill>
              </a:defRPr>
            </a:pPr>
            <a:r>
              <a:t>Judge it on the fork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412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One question to the room: try the attack button.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Edit any past entry. Watch the receipt catch it, offline, in one second.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Every number in this deck traces to a dated, public source.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The problem is 10 crore women strong. The artifact is one file.</a:t>
            </a:r>
          </a:p>
          <a:p>
            <a:pPr>
              <a:spcAft>
                <a:spcPts val="600"/>
              </a:spcAft>
              <a:defRPr sz="1700">
                <a:solidFill>
                  <a:srgbClr val="241F18"/>
                </a:solidFill>
              </a:defRPr>
            </a:pPr>
            <a:r>
              <a:t>BAHI: the person who records the money is no longer the only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47C"/>
                </a:solidFill>
              </a:defRPr>
            </a:pPr>
            <a:r>
              <a:t>Team 511 | repo: github.com/harshgounder/craft-n-code-bahi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